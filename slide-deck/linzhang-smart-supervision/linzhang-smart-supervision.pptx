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four-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spatiotemporal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overlay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satellite-low-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farmland-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lide-illegal-land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lide-facility-agricultural-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lide-post-approval-super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lide-illegal-building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lide-implementation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lide-closing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